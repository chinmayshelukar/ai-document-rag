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Ponytail QA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pptx fixture proves python-pptx extraction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